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06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1AF85-23DB-4EF3-AEBB-2F7BA47FDD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42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8" y="74059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STORYBOARDING: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 Show actions and interactions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E66380-90E5-4066-B001-F735DD66EEB4}"/>
              </a:ext>
            </a:extLst>
          </p:cNvPr>
          <p:cNvSpPr txBox="1"/>
          <p:nvPr/>
        </p:nvSpPr>
        <p:spPr>
          <a:xfrm>
            <a:off x="2046064" y="2534719"/>
            <a:ext cx="1213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What Supports?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9591C7-E102-4B6F-9806-298A05C64698}"/>
              </a:ext>
            </a:extLst>
          </p:cNvPr>
          <p:cNvSpPr txBox="1"/>
          <p:nvPr/>
        </p:nvSpPr>
        <p:spPr>
          <a:xfrm>
            <a:off x="6873997" y="2335305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Who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190489" y="522477"/>
            <a:ext cx="9677400" cy="6824613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A7DE34-D523-4987-A64F-D80EEBF79F0A}"/>
              </a:ext>
            </a:extLst>
          </p:cNvPr>
          <p:cNvCxnSpPr>
            <a:cxnSpLocks/>
          </p:cNvCxnSpPr>
          <p:nvPr/>
        </p:nvCxnSpPr>
        <p:spPr>
          <a:xfrm>
            <a:off x="169261" y="1229303"/>
            <a:ext cx="9677411" cy="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B8BBE3-041B-48FF-B65B-943B9B9AB650}"/>
              </a:ext>
            </a:extLst>
          </p:cNvPr>
          <p:cNvSpPr txBox="1"/>
          <p:nvPr/>
        </p:nvSpPr>
        <p:spPr>
          <a:xfrm>
            <a:off x="190478" y="550431"/>
            <a:ext cx="96774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Trade Gothic LT Pro Bold" panose="020B0503040303020004"/>
              </a:rPr>
              <a:t>Project Name: ___________________________________________________________________________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rade Gothic LT Pro Bold" panose="020B0503040303020004"/>
              </a:rPr>
              <a:t>Persona: ______________________________________________            Scenario:____________________________________________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D55E7-45CA-4A58-8414-5F6C4861DAF3}"/>
              </a:ext>
            </a:extLst>
          </p:cNvPr>
          <p:cNvGrpSpPr/>
          <p:nvPr/>
        </p:nvGrpSpPr>
        <p:grpSpPr>
          <a:xfrm>
            <a:off x="595429" y="1569560"/>
            <a:ext cx="2530549" cy="2743843"/>
            <a:chOff x="435934" y="1683454"/>
            <a:chExt cx="2530549" cy="27335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2D2AC9-EEEE-40AA-BD45-953871AC88DE}"/>
                </a:ext>
              </a:extLst>
            </p:cNvPr>
            <p:cNvSpPr/>
            <p:nvPr/>
          </p:nvSpPr>
          <p:spPr>
            <a:xfrm>
              <a:off x="542260" y="1683454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5D1D80-F679-4084-A53F-1974ACEF85FA}"/>
                </a:ext>
              </a:extLst>
            </p:cNvPr>
            <p:cNvSpPr txBox="1"/>
            <p:nvPr/>
          </p:nvSpPr>
          <p:spPr>
            <a:xfrm>
              <a:off x="435934" y="3527876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C22FCD-7280-4F5C-BF4E-44F6E2E12F7F}"/>
              </a:ext>
            </a:extLst>
          </p:cNvPr>
          <p:cNvGrpSpPr/>
          <p:nvPr/>
        </p:nvGrpSpPr>
        <p:grpSpPr>
          <a:xfrm>
            <a:off x="590113" y="4437082"/>
            <a:ext cx="2530549" cy="2733576"/>
            <a:chOff x="435934" y="4516346"/>
            <a:chExt cx="2530549" cy="27335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5BDA91-11CB-4D42-A798-F2302A6A8263}"/>
                </a:ext>
              </a:extLst>
            </p:cNvPr>
            <p:cNvSpPr/>
            <p:nvPr/>
          </p:nvSpPr>
          <p:spPr>
            <a:xfrm>
              <a:off x="542260" y="4516346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BE2240-C0F0-4123-8092-8B2528D0DF65}"/>
                </a:ext>
              </a:extLst>
            </p:cNvPr>
            <p:cNvSpPr txBox="1"/>
            <p:nvPr/>
          </p:nvSpPr>
          <p:spPr>
            <a:xfrm>
              <a:off x="435934" y="6360768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1C5D9E-D4CF-46A3-86E7-4314DECB392B}"/>
              </a:ext>
            </a:extLst>
          </p:cNvPr>
          <p:cNvGrpSpPr/>
          <p:nvPr/>
        </p:nvGrpSpPr>
        <p:grpSpPr>
          <a:xfrm>
            <a:off x="3753324" y="1579827"/>
            <a:ext cx="2530549" cy="2733576"/>
            <a:chOff x="435934" y="1683454"/>
            <a:chExt cx="2530549" cy="273357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7FE5F1-D86D-4223-BDFB-2476F7B4E002}"/>
                </a:ext>
              </a:extLst>
            </p:cNvPr>
            <p:cNvSpPr/>
            <p:nvPr/>
          </p:nvSpPr>
          <p:spPr>
            <a:xfrm>
              <a:off x="542260" y="1683454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9B2C427-10BF-402C-A8C6-953A2CF0B988}"/>
                </a:ext>
              </a:extLst>
            </p:cNvPr>
            <p:cNvSpPr txBox="1"/>
            <p:nvPr/>
          </p:nvSpPr>
          <p:spPr>
            <a:xfrm>
              <a:off x="435934" y="3527876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EF2BA6-4D11-492A-87BD-7B1ED0D448DA}"/>
              </a:ext>
            </a:extLst>
          </p:cNvPr>
          <p:cNvGrpSpPr/>
          <p:nvPr/>
        </p:nvGrpSpPr>
        <p:grpSpPr>
          <a:xfrm>
            <a:off x="3748008" y="4437082"/>
            <a:ext cx="2530549" cy="2733576"/>
            <a:chOff x="435934" y="4516346"/>
            <a:chExt cx="2530549" cy="273357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D22C6FB-F75A-4ED6-9717-B71F7D6412CC}"/>
                </a:ext>
              </a:extLst>
            </p:cNvPr>
            <p:cNvSpPr/>
            <p:nvPr/>
          </p:nvSpPr>
          <p:spPr>
            <a:xfrm>
              <a:off x="542260" y="4516346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A50802-0FC4-469C-BFF0-7722B03970D8}"/>
                </a:ext>
              </a:extLst>
            </p:cNvPr>
            <p:cNvSpPr txBox="1"/>
            <p:nvPr/>
          </p:nvSpPr>
          <p:spPr>
            <a:xfrm>
              <a:off x="435934" y="6360768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C79FD7C-D646-408A-8BE5-EA6435A8E962}"/>
              </a:ext>
            </a:extLst>
          </p:cNvPr>
          <p:cNvGrpSpPr/>
          <p:nvPr/>
        </p:nvGrpSpPr>
        <p:grpSpPr>
          <a:xfrm>
            <a:off x="6905903" y="1569560"/>
            <a:ext cx="2530549" cy="2743843"/>
            <a:chOff x="435934" y="1683454"/>
            <a:chExt cx="2530549" cy="273357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CEDCD79-C1AD-4E2B-9BD5-635544634949}"/>
                </a:ext>
              </a:extLst>
            </p:cNvPr>
            <p:cNvSpPr/>
            <p:nvPr/>
          </p:nvSpPr>
          <p:spPr>
            <a:xfrm>
              <a:off x="542260" y="1683454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43FB29-5B94-4F93-8D5A-1C45D50A8F81}"/>
                </a:ext>
              </a:extLst>
            </p:cNvPr>
            <p:cNvSpPr txBox="1"/>
            <p:nvPr/>
          </p:nvSpPr>
          <p:spPr>
            <a:xfrm>
              <a:off x="435934" y="3527876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2B82BD-E0B1-4182-930D-6EB734449A22}"/>
              </a:ext>
            </a:extLst>
          </p:cNvPr>
          <p:cNvGrpSpPr/>
          <p:nvPr/>
        </p:nvGrpSpPr>
        <p:grpSpPr>
          <a:xfrm>
            <a:off x="6900587" y="4437082"/>
            <a:ext cx="2530549" cy="2733576"/>
            <a:chOff x="435934" y="4516346"/>
            <a:chExt cx="2530549" cy="27335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4A8BB8B-75DC-470F-A7E6-9022AC62204C}"/>
                </a:ext>
              </a:extLst>
            </p:cNvPr>
            <p:cNvSpPr/>
            <p:nvPr/>
          </p:nvSpPr>
          <p:spPr>
            <a:xfrm>
              <a:off x="542260" y="4516346"/>
              <a:ext cx="2307266" cy="1839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34FAED-4D55-4FD6-94AF-8834C2767164}"/>
                </a:ext>
              </a:extLst>
            </p:cNvPr>
            <p:cNvSpPr txBox="1"/>
            <p:nvPr/>
          </p:nvSpPr>
          <p:spPr>
            <a:xfrm>
              <a:off x="435934" y="6360768"/>
              <a:ext cx="2530549" cy="8891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_________________________________________________________________________________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FF61AFD2-4D78-4DC2-8E23-422260CB7498}"/>
              </a:ext>
            </a:extLst>
          </p:cNvPr>
          <p:cNvSpPr/>
          <p:nvPr/>
        </p:nvSpPr>
        <p:spPr>
          <a:xfrm>
            <a:off x="179943" y="1198431"/>
            <a:ext cx="9687935" cy="297463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Storyboard Frames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0DE9F-2C84-4395-9E14-1413182F359F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72FAB7-A111-42F0-B439-6E59CD7C986F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DD1B70-0C1F-4ADB-9D23-75100D65C2D5}"/>
              </a:ext>
            </a:extLst>
          </p:cNvPr>
          <p:cNvSpPr txBox="1"/>
          <p:nvPr/>
        </p:nvSpPr>
        <p:spPr>
          <a:xfrm>
            <a:off x="2207904" y="7433621"/>
            <a:ext cx="1047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Storyboarding V1</a:t>
            </a:r>
          </a:p>
        </p:txBody>
      </p:sp>
    </p:spTree>
    <p:extLst>
      <p:ext uri="{BB962C8B-B14F-4D97-AF65-F5344CB8AC3E}">
        <p14:creationId xmlns:p14="http://schemas.microsoft.com/office/powerpoint/2010/main" val="16115097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754fbc98-762c-4a90-9774-edf41ff53b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45200</TotalTime>
  <Words>62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