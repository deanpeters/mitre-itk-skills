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297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83401" autoAdjust="0"/>
  </p:normalViewPr>
  <p:slideViewPr>
    <p:cSldViewPr snapToGrid="0">
      <p:cViewPr varScale="1">
        <p:scale>
          <a:sx n="93" d="100"/>
          <a:sy n="93" d="100"/>
        </p:scale>
        <p:origin x="2512" y="208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9/22/22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9/22/22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1AF85-23DB-4EF3-AEBB-2F7BA47FDD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22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DD28E52-8DF4-41C3-8DD7-A65B5C333FBD}"/>
              </a:ext>
            </a:extLst>
          </p:cNvPr>
          <p:cNvCxnSpPr>
            <a:cxnSpLocks/>
          </p:cNvCxnSpPr>
          <p:nvPr/>
        </p:nvCxnSpPr>
        <p:spPr>
          <a:xfrm>
            <a:off x="3426389" y="1145659"/>
            <a:ext cx="11233" cy="6225144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25321C3-2A09-41BD-8602-561B7B0E1BF6}"/>
              </a:ext>
            </a:extLst>
          </p:cNvPr>
          <p:cNvSpPr/>
          <p:nvPr/>
        </p:nvSpPr>
        <p:spPr>
          <a:xfrm flipV="1">
            <a:off x="6658329" y="5484869"/>
            <a:ext cx="3247232" cy="65328"/>
          </a:xfrm>
          <a:prstGeom prst="rect">
            <a:avLst/>
          </a:prstGeom>
          <a:solidFill>
            <a:srgbClr val="E1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7067B62-D9AE-4F98-9B06-612312614416}"/>
              </a:ext>
            </a:extLst>
          </p:cNvPr>
          <p:cNvSpPr/>
          <p:nvPr/>
        </p:nvSpPr>
        <p:spPr>
          <a:xfrm flipV="1">
            <a:off x="3422303" y="5491406"/>
            <a:ext cx="3247232" cy="45719"/>
          </a:xfrm>
          <a:prstGeom prst="rect">
            <a:avLst/>
          </a:prstGeom>
          <a:solidFill>
            <a:srgbClr val="C9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lowchart: Delay 106">
            <a:extLst>
              <a:ext uri="{FF2B5EF4-FFF2-40B4-BE49-F238E27FC236}">
                <a16:creationId xmlns:a16="http://schemas.microsoft.com/office/drawing/2014/main" id="{4873E10B-B534-488B-9FE3-2859726CD899}"/>
              </a:ext>
            </a:extLst>
          </p:cNvPr>
          <p:cNvSpPr/>
          <p:nvPr/>
        </p:nvSpPr>
        <p:spPr>
          <a:xfrm>
            <a:off x="3416599" y="6682739"/>
            <a:ext cx="723309" cy="622105"/>
          </a:xfrm>
          <a:prstGeom prst="flowChartDelay">
            <a:avLst/>
          </a:prstGeom>
          <a:solidFill>
            <a:srgbClr val="005B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Sprouting Seed with solid fill">
            <a:extLst>
              <a:ext uri="{FF2B5EF4-FFF2-40B4-BE49-F238E27FC236}">
                <a16:creationId xmlns:a16="http://schemas.microsoft.com/office/drawing/2014/main" id="{60AA6B3E-BB4A-45A3-A271-43C8F74E8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6608" y="6651823"/>
            <a:ext cx="521208" cy="521208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90426103-BA29-4E70-AAF4-BFDCD38F3831}"/>
              </a:ext>
            </a:extLst>
          </p:cNvPr>
          <p:cNvSpPr/>
          <p:nvPr/>
        </p:nvSpPr>
        <p:spPr>
          <a:xfrm flipV="1">
            <a:off x="165749" y="5486675"/>
            <a:ext cx="3247232" cy="50450"/>
          </a:xfrm>
          <a:prstGeom prst="rect">
            <a:avLst/>
          </a:prstGeom>
          <a:solidFill>
            <a:srgbClr val="C8D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90477" y="301066"/>
            <a:ext cx="8400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rade Gothic LT Pro Bold" panose="020B0803040303020004" pitchFamily="34" charset="0"/>
              </a:rPr>
              <a:t>ROSE, BUD, THORN: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Analyze the good, bad, and promising aspects of a thing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6D23B-E2ED-4DE4-9199-BD699A6D1ACE}"/>
              </a:ext>
            </a:extLst>
          </p:cNvPr>
          <p:cNvSpPr/>
          <p:nvPr/>
        </p:nvSpPr>
        <p:spPr>
          <a:xfrm>
            <a:off x="212350" y="782217"/>
            <a:ext cx="3218688" cy="365760"/>
          </a:xfrm>
          <a:prstGeom prst="rect">
            <a:avLst/>
          </a:prstGeom>
          <a:solidFill>
            <a:srgbClr val="0B2338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Rose</a:t>
            </a:r>
            <a:endParaRPr lang="en-US" sz="1400" dirty="0">
              <a:latin typeface="Trade Gothic LT Pro Bold" panose="020B08030403030200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AA089EE-A6E3-4CCF-9997-EC6B1B2DDF8A}"/>
              </a:ext>
            </a:extLst>
          </p:cNvPr>
          <p:cNvSpPr/>
          <p:nvPr/>
        </p:nvSpPr>
        <p:spPr>
          <a:xfrm>
            <a:off x="3423614" y="782709"/>
            <a:ext cx="3222459" cy="365760"/>
          </a:xfrm>
          <a:prstGeom prst="rect">
            <a:avLst/>
          </a:prstGeom>
          <a:solidFill>
            <a:srgbClr val="005B93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Bud</a:t>
            </a:r>
            <a:endParaRPr lang="en-US" sz="1400" dirty="0">
              <a:latin typeface="Trade Gothic LT Pro Bold" panose="020B08030403030200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0A66244-3A08-4676-BFB6-3388DB852B4D}"/>
              </a:ext>
            </a:extLst>
          </p:cNvPr>
          <p:cNvSpPr/>
          <p:nvPr/>
        </p:nvSpPr>
        <p:spPr>
          <a:xfrm>
            <a:off x="6644664" y="775542"/>
            <a:ext cx="3222459" cy="365760"/>
          </a:xfrm>
          <a:prstGeom prst="rect">
            <a:avLst/>
          </a:prstGeom>
          <a:solidFill>
            <a:srgbClr val="87DEFF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rade Gothic LT Pro Bold" panose="020B0803040303020004" pitchFamily="34" charset="0"/>
              </a:rPr>
              <a:t>Thorn</a:t>
            </a:r>
            <a:endParaRPr lang="en-US" sz="1200" dirty="0">
              <a:solidFill>
                <a:schemeClr val="tx1"/>
              </a:solidFill>
              <a:latin typeface="Trade Gothic LT Pro Bold" panose="020B08030403030200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208918" y="780269"/>
            <a:ext cx="9659005" cy="6577461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CC6BAB-A430-4CFA-BC62-B63AB6A9AFE4}"/>
              </a:ext>
            </a:extLst>
          </p:cNvPr>
          <p:cNvSpPr txBox="1"/>
          <p:nvPr/>
        </p:nvSpPr>
        <p:spPr>
          <a:xfrm>
            <a:off x="179858" y="1145660"/>
            <a:ext cx="32365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latin typeface="Trade Gothic LT Pro" panose="020B0503040303020004"/>
              </a:rPr>
              <a:t>Positives, Strengths, Good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AB4719-0F5F-423C-BD83-85ABBA2C8845}"/>
              </a:ext>
            </a:extLst>
          </p:cNvPr>
          <p:cNvSpPr txBox="1"/>
          <p:nvPr/>
        </p:nvSpPr>
        <p:spPr>
          <a:xfrm>
            <a:off x="3401707" y="1145660"/>
            <a:ext cx="32365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latin typeface="Trade Gothic LT Pro" panose="020B0503040303020004"/>
              </a:rPr>
              <a:t>Potentials, Opportunities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613631-D769-4D62-815D-31493D7CF790}"/>
              </a:ext>
            </a:extLst>
          </p:cNvPr>
          <p:cNvSpPr txBox="1"/>
          <p:nvPr/>
        </p:nvSpPr>
        <p:spPr>
          <a:xfrm>
            <a:off x="6612926" y="1145659"/>
            <a:ext cx="32365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latin typeface="Trade Gothic LT Pro" panose="020B0503040303020004"/>
              </a:rPr>
              <a:t>Weakness, Negatives, Bad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374445D-EA28-4EAD-8A4F-F2A33336BD58}"/>
              </a:ext>
            </a:extLst>
          </p:cNvPr>
          <p:cNvSpPr txBox="1"/>
          <p:nvPr/>
        </p:nvSpPr>
        <p:spPr>
          <a:xfrm>
            <a:off x="212351" y="5550198"/>
            <a:ext cx="31758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latin typeface="Trade Gothic LT Pro" panose="020B0503040303020004"/>
              </a:rPr>
              <a:t>Any major highlights or proudest moments?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33367C5-A6D1-417F-B13E-ABD181E648BA}"/>
              </a:ext>
            </a:extLst>
          </p:cNvPr>
          <p:cNvSpPr txBox="1"/>
          <p:nvPr/>
        </p:nvSpPr>
        <p:spPr>
          <a:xfrm>
            <a:off x="3328868" y="5543661"/>
            <a:ext cx="31758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latin typeface="Trade Gothic LT Pro" panose="020B0503040303020004"/>
              </a:rPr>
              <a:t>What opportunity are you most excited for?</a:t>
            </a:r>
          </a:p>
        </p:txBody>
      </p:sp>
      <p:sp>
        <p:nvSpPr>
          <p:cNvPr id="62" name="Flowchart: Delay 61">
            <a:extLst>
              <a:ext uri="{FF2B5EF4-FFF2-40B4-BE49-F238E27FC236}">
                <a16:creationId xmlns:a16="http://schemas.microsoft.com/office/drawing/2014/main" id="{3D99F8D5-F690-4E3C-905D-5B2896089AAA}"/>
              </a:ext>
            </a:extLst>
          </p:cNvPr>
          <p:cNvSpPr/>
          <p:nvPr/>
        </p:nvSpPr>
        <p:spPr>
          <a:xfrm>
            <a:off x="200642" y="6678639"/>
            <a:ext cx="723309" cy="622105"/>
          </a:xfrm>
          <a:prstGeom prst="flowChartDelay">
            <a:avLst/>
          </a:prstGeom>
          <a:solidFill>
            <a:srgbClr val="0B2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Rose with solid fill">
            <a:extLst>
              <a:ext uri="{FF2B5EF4-FFF2-40B4-BE49-F238E27FC236}">
                <a16:creationId xmlns:a16="http://schemas.microsoft.com/office/drawing/2014/main" id="{60D1572E-4D16-4611-9345-635756FC7D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7618" y="6729088"/>
            <a:ext cx="521208" cy="521208"/>
          </a:xfrm>
          <a:prstGeom prst="rect">
            <a:avLst/>
          </a:prstGeom>
        </p:spPr>
      </p:pic>
      <p:sp>
        <p:nvSpPr>
          <p:cNvPr id="109" name="Flowchart: Delay 108">
            <a:extLst>
              <a:ext uri="{FF2B5EF4-FFF2-40B4-BE49-F238E27FC236}">
                <a16:creationId xmlns:a16="http://schemas.microsoft.com/office/drawing/2014/main" id="{4D90A0B0-8CEA-49A7-82B2-73E6C05CEFDE}"/>
              </a:ext>
            </a:extLst>
          </p:cNvPr>
          <p:cNvSpPr/>
          <p:nvPr/>
        </p:nvSpPr>
        <p:spPr>
          <a:xfrm>
            <a:off x="6669346" y="6676196"/>
            <a:ext cx="723309" cy="622105"/>
          </a:xfrm>
          <a:prstGeom prst="flowChartDelay">
            <a:avLst/>
          </a:prstGeom>
          <a:solidFill>
            <a:srgbClr val="87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73C585A-8071-437F-A87C-87F862C65E4C}"/>
              </a:ext>
            </a:extLst>
          </p:cNvPr>
          <p:cNvGrpSpPr/>
          <p:nvPr/>
        </p:nvGrpSpPr>
        <p:grpSpPr>
          <a:xfrm>
            <a:off x="6684861" y="6729644"/>
            <a:ext cx="359654" cy="521208"/>
            <a:chOff x="4531321" y="6729088"/>
            <a:chExt cx="359654" cy="521208"/>
          </a:xfrm>
          <a:solidFill>
            <a:schemeClr val="bg1"/>
          </a:solidFill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5C7A3FBB-65B6-4794-B216-DD00CBC0394D}"/>
                </a:ext>
              </a:extLst>
            </p:cNvPr>
            <p:cNvSpPr/>
            <p:nvPr/>
          </p:nvSpPr>
          <p:spPr>
            <a:xfrm>
              <a:off x="4660162" y="6729088"/>
              <a:ext cx="103222" cy="52120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A1A23AE5-4023-4C40-8BB9-C7A5C080AD03}"/>
                </a:ext>
              </a:extLst>
            </p:cNvPr>
            <p:cNvSpPr/>
            <p:nvPr/>
          </p:nvSpPr>
          <p:spPr>
            <a:xfrm rot="5400000">
              <a:off x="4763384" y="6783574"/>
              <a:ext cx="148855" cy="10632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>
              <a:extLst>
                <a:ext uri="{FF2B5EF4-FFF2-40B4-BE49-F238E27FC236}">
                  <a16:creationId xmlns:a16="http://schemas.microsoft.com/office/drawing/2014/main" id="{5C1FBCEC-60B8-4965-B9D9-DF9337EFDD58}"/>
                </a:ext>
              </a:extLst>
            </p:cNvPr>
            <p:cNvSpPr/>
            <p:nvPr/>
          </p:nvSpPr>
          <p:spPr>
            <a:xfrm rot="16200000">
              <a:off x="4510056" y="6909649"/>
              <a:ext cx="148855" cy="10632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2DDBF04C-42BB-4178-A4E4-237B9214671F}"/>
                </a:ext>
              </a:extLst>
            </p:cNvPr>
            <p:cNvSpPr/>
            <p:nvPr/>
          </p:nvSpPr>
          <p:spPr>
            <a:xfrm rot="5400000">
              <a:off x="4763384" y="7044884"/>
              <a:ext cx="148855" cy="10632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5F1648AE-760E-4E9A-AA66-D7A6E3D71850}"/>
              </a:ext>
            </a:extLst>
          </p:cNvPr>
          <p:cNvSpPr txBox="1"/>
          <p:nvPr/>
        </p:nvSpPr>
        <p:spPr>
          <a:xfrm>
            <a:off x="6656094" y="5549396"/>
            <a:ext cx="3175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latin typeface="Trade Gothic LT Pro" panose="020B0503040303020004"/>
              </a:rPr>
              <a:t>What caused the most difficulty towards achieving success?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1FCBE90-241C-4182-B345-2A139B288B58}"/>
              </a:ext>
            </a:extLst>
          </p:cNvPr>
          <p:cNvCxnSpPr>
            <a:cxnSpLocks/>
          </p:cNvCxnSpPr>
          <p:nvPr/>
        </p:nvCxnSpPr>
        <p:spPr>
          <a:xfrm>
            <a:off x="6648893" y="773732"/>
            <a:ext cx="0" cy="6577461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6E956F8-3D1A-4705-B6A4-1F8B3220E7B1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BB2877-3E0F-406E-A9C1-1D796904FECB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FD58B6-3E20-4119-8BF1-29CA388A5474}"/>
              </a:ext>
            </a:extLst>
          </p:cNvPr>
          <p:cNvSpPr txBox="1"/>
          <p:nvPr/>
        </p:nvSpPr>
        <p:spPr>
          <a:xfrm>
            <a:off x="2134169" y="7433621"/>
            <a:ext cx="11945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Rose, bud, thorn V1</a:t>
            </a:r>
          </a:p>
        </p:txBody>
      </p:sp>
    </p:spTree>
    <p:extLst>
      <p:ext uri="{BB962C8B-B14F-4D97-AF65-F5344CB8AC3E}">
        <p14:creationId xmlns:p14="http://schemas.microsoft.com/office/powerpoint/2010/main" val="34064917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4E99C172A24489941E5861361F779" ma:contentTypeVersion="8" ma:contentTypeDescription="Create a new document." ma:contentTypeScope="" ma:versionID="771431e25d0fe5f94154fb889c3e9476">
  <xsd:schema xmlns:xsd="http://www.w3.org/2001/XMLSchema" xmlns:xs="http://www.w3.org/2001/XMLSchema" xmlns:p="http://schemas.microsoft.com/office/2006/metadata/properties" xmlns:ns2="754fbc98-762c-4a90-9774-edf41ff53b67" targetNamespace="http://schemas.microsoft.com/office/2006/metadata/properties" ma:root="true" ma:fieldsID="aec298c6dc5a8bb722e4e4f30310d181" ns2:_="">
    <xsd:import namespace="754fbc98-762c-4a90-9774-edf41ff53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fbc98-762c-4a90-9774-edf41ff53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09A9B2-11C0-4F68-986A-02670966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4fbc98-762c-4a90-9774-edf41ff53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E9386B-B9D4-4DD2-A9A2-BB4405422051}">
  <ds:schemaRefs>
    <ds:schemaRef ds:uri="http://purl.org/dc/elements/1.1/"/>
    <ds:schemaRef ds:uri="http://schemas.microsoft.com/office/2006/metadata/properties"/>
    <ds:schemaRef ds:uri="754fbc98-762c-4a90-9774-edf41ff53b6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45201</TotalTime>
  <Words>97</Words>
  <Application>Microsoft Macintosh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Trade Gothic LT Pro</vt:lpstr>
      <vt:lpstr>Trade Gothic LT Pro Bold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Kelsi Gardner</cp:lastModifiedBy>
  <cp:revision>239</cp:revision>
  <dcterms:created xsi:type="dcterms:W3CDTF">2021-02-16T17:30:35Z</dcterms:created>
  <dcterms:modified xsi:type="dcterms:W3CDTF">2022-09-22T17:06:17Z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0x0101009894E99C172A24489941E5861361F779</vt:lpwstr>
  </property>
</Properties>
</file>